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🫁 Clinical Breath Analysis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Portable Respiratory Assessment System</a:t>
            </a:r>
          </a:p>
          <a:p>
            <a:r>
              <a:t>Analysis Date: 2025-10-13 12:21:48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Total Samples: 60,000</a:t>
            </a:r>
          </a:p>
          <a:p>
            <a:r>
              <a:t>• Test Duration: 60.0 seconds</a:t>
            </a:r>
          </a:p>
          <a:p>
            <a:r>
              <a:t>• Breathing Rate: 38.0 breaths/min</a:t>
            </a:r>
          </a:p>
          <a:p/>
          <a:p>
            <a:r>
              <a:t>Tidal Volume Analysis:</a:t>
            </a:r>
          </a:p>
          <a:p>
            <a:r>
              <a:t>• Measured Average: 225.0 mL</a:t>
            </a:r>
          </a:p>
          <a:p>
            <a:r>
              <a:t>• Expected for RR=38.0: 225.0 mL</a:t>
            </a:r>
          </a:p>
          <a:p>
            <a:r>
              <a:t>• Accuracy: 1.00x expected (✅ Good)</a:t>
            </a:r>
          </a:p>
          <a:p/>
          <a:p>
            <a:r>
              <a:t>Lung Function:</a:t>
            </a:r>
          </a:p>
          <a:p>
            <a:r>
              <a:t>• FVC: 3.45 L</a:t>
            </a:r>
          </a:p>
          <a:p>
            <a:r>
              <a:t>• FEV1: 2.59 L</a:t>
            </a:r>
          </a:p>
          <a:p>
            <a:r>
              <a:t>• FEV1/FVC Ratio: 75.0%</a:t>
            </a:r>
          </a:p>
          <a:p>
            <a:r>
              <a:t>• Average Exhalation Volume: 179.99 mL</a:t>
            </a:r>
          </a:p>
          <a:p>
            <a:r>
              <a:t>• Shannon Entropy: 5.474</a:t>
            </a:r>
          </a:p>
          <a:p/>
          <a:p>
            <a:r>
              <a:t>Clinical Assessment:</a:t>
            </a:r>
          </a:p>
          <a:p>
            <a:r>
              <a:t>• Signal Quality: ⚠️ Low variation</a:t>
            </a:r>
          </a:p>
          <a:p>
            <a:r>
              <a:t>• Respiratory Status: 🚨 Critical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⚕️ Respiratory Rate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Current 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38.0 breaths/min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🚨 CRITICAL - Pneumonia Risk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Immediate clinical evaluation recommended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12-20 breaths/min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🫁 Tidal Volume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Measured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225.0 mL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Expected for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225.0 mL (for 38.0 bpm)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Accuracy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 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Matches Expected RR-TV Relationship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Lung Function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FVC (Forced Vital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3.45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 (1-sec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2.59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FEV1/FVC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Average Exhalation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179.99 mL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Lung Function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Normal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Normal FEV1/FVC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Quality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Power Variation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5.474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Low signal variation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Raw vs Filtered Signal</a:t>
            </a:r>
          </a:p>
        </p:txBody>
      </p:sp>
      <p:pic>
        <p:nvPicPr>
          <p:cNvPr id="3" name="Picture 2" descr="Data_KP_0.2_20_S1_Static_T1_bf155d56_raw_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Custom Peak Detection</a:t>
            </a:r>
          </a:p>
        </p:txBody>
      </p:sp>
      <p:pic>
        <p:nvPicPr>
          <p:cNvPr id="3" name="Picture 2" descr="Data_KP_0.2_20_S1_Static_T1_bf155d56_custom_peaks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Frequency Domain Analysis</a:t>
            </a:r>
          </a:p>
        </p:txBody>
      </p:sp>
      <p:pic>
        <p:nvPicPr>
          <p:cNvPr id="3" name="Picture 2" descr="Data_KP_0.2_20_S1_Static_T1_bf155d56_fre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Clinical Paper Analysis</a:t>
            </a:r>
          </a:p>
        </p:txBody>
      </p:sp>
      <p:pic>
        <p:nvPicPr>
          <p:cNvPr id="3" name="Picture 2" descr="Data_KP_0.2_20_S1_Static_T1_bf155d56_clinical_pap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Individual Breathing Cycles</a:t>
            </a:r>
          </a:p>
        </p:txBody>
      </p:sp>
      <p:pic>
        <p:nvPicPr>
          <p:cNvPr id="3" name="Picture 2" descr="Data_KP_0.2_20_S1_Static_T1_bf155d56_breathing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Comprehensive Quality Metrics</a:t>
            </a:r>
          </a:p>
        </p:txBody>
      </p:sp>
      <p:pic>
        <p:nvPicPr>
          <p:cNvPr id="3" name="Picture 2" descr="Data_KP_0.2_20_S1_Static_T1_bf155d56_breath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Shannon Entropy</a:t>
            </a:r>
          </a:p>
        </p:txBody>
      </p:sp>
      <p:pic>
        <p:nvPicPr>
          <p:cNvPr id="3" name="Picture 2" descr="Data_KP_0.2_20_S1_Static_T1_bf155d56_rolling_shannon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Entropy</a:t>
            </a:r>
          </a:p>
        </p:txBody>
      </p:sp>
      <p:pic>
        <p:nvPicPr>
          <p:cNvPr id="3" name="Picture 2" descr="Data_KP_0.2_20_S1_Static_T1_bf155d56_rolling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Highlighted High Entropy</a:t>
            </a:r>
          </a:p>
        </p:txBody>
      </p:sp>
      <p:pic>
        <p:nvPicPr>
          <p:cNvPr id="3" name="Picture 2" descr="Data_KP_0.2_20_S1_Static_T1_bf155d56_high_entropy_seg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PCA Components Over Time</a:t>
            </a:r>
          </a:p>
        </p:txBody>
      </p:sp>
      <p:pic>
        <p:nvPicPr>
          <p:cNvPr id="3" name="Picture 2" descr="Data_KP_0.2_20_S1_Static_T1_bf155d56_pca_component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PC1 vs PC2 Scatter</a:t>
            </a:r>
          </a:p>
        </p:txBody>
      </p:sp>
      <p:pic>
        <p:nvPicPr>
          <p:cNvPr id="3" name="Picture 2" descr="Data_KP_0.2_20_S1_Static_T1_bf155d56_pc1_vs_p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K-Means on PCA</a:t>
            </a:r>
          </a:p>
        </p:txBody>
      </p:sp>
      <p:pic>
        <p:nvPicPr>
          <p:cNvPr id="3" name="Picture 2" descr="Data_KP_0.2_20_S1_Static_T1_bf155d56_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ML Feature Importance</a:t>
            </a:r>
          </a:p>
        </p:txBody>
      </p:sp>
      <p:pic>
        <p:nvPicPr>
          <p:cNvPr id="3" name="Picture 2" descr="Data_KP_0.2_20_S1_Static_T1_bf155d56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Clinical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Results:</a:t>
            </a:r>
          </a:p>
          <a:p/>
          <a:p>
            <a:r>
              <a:t>Immediate Actions:</a:t>
            </a:r>
          </a:p>
          <a:p>
            <a:r>
              <a:t>• Immediate clinical evaluation recommended</a:t>
            </a:r>
          </a:p>
          <a:p>
            <a:r>
              <a:t>• Review spirometry results</a:t>
            </a:r>
          </a:p>
          <a:p>
            <a:r>
              <a:t>• Monitor trend over time</a:t>
            </a:r>
          </a:p>
          <a:p/>
          <a:p>
            <a:r>
              <a:t>Follow-up:</a:t>
            </a:r>
          </a:p>
          <a:p>
            <a:r>
              <a:t>• Urgent medical attention needed</a:t>
            </a:r>
          </a:p>
          <a:p>
            <a:r>
              <a:t>• Repeat assessment in 1-2 hours</a:t>
            </a:r>
          </a:p>
          <a:p/>
          <a:p>
            <a:r>
              <a:t>Notes:</a:t>
            </a:r>
          </a:p>
          <a:p>
            <a:r>
              <a:t>• This portable breath analyzer provides preliminary assessment</a:t>
            </a:r>
          </a:p>
          <a:p>
            <a:r>
              <a:t>• Clinical correlation and standard spirometry recommended for diagnosis</a:t>
            </a:r>
          </a:p>
          <a:p>
            <a:r>
              <a:t>• Results should be interpreted by qualified healthcare professional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